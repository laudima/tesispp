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Montserrat"/>
      <p:regular r:id="rId15"/>
      <p:bold r:id="rId16"/>
      <p:italic r:id="rId17"/>
      <p:boldItalic r:id="rId18"/>
    </p:embeddedFont>
    <p:embeddedFont>
      <p:font typeface="Montserrat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Medium-bold.fntdata"/><Relationship Id="rId11" Type="http://schemas.openxmlformats.org/officeDocument/2006/relationships/slide" Target="slides/slide6.xml"/><Relationship Id="rId22" Type="http://schemas.openxmlformats.org/officeDocument/2006/relationships/font" Target="fonts/MontserratMedium-boldItalic.fntdata"/><Relationship Id="rId10" Type="http://schemas.openxmlformats.org/officeDocument/2006/relationships/slide" Target="slides/slide5.xml"/><Relationship Id="rId21" Type="http://schemas.openxmlformats.org/officeDocument/2006/relationships/font" Target="fonts/MontserratMedium-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MontserratMedium-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8e63e6c93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8e63e6c9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8e63e6c93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8e63e6c93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e63e6c93d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e63e6c93d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e63e6c93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e63e6c93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8e63e6c93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8e63e6c93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8e63e6c93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8e63e6c93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e63e6c93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8e63e6c93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8e63e6c93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8e63e6c93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title="cover.png"/>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 name="Google Shape;11;p2"/>
          <p:cNvSpPr txBox="1"/>
          <p:nvPr>
            <p:ph type="ctrTitle"/>
          </p:nvPr>
        </p:nvSpPr>
        <p:spPr>
          <a:xfrm>
            <a:off x="311700" y="603481"/>
            <a:ext cx="8520600" cy="1076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b="1">
                <a:solidFill>
                  <a:schemeClr val="lt1"/>
                </a:solidFill>
              </a:defRPr>
            </a:lvl2pPr>
            <a:lvl3pPr lvl="2">
              <a:spcBef>
                <a:spcPts val="0"/>
              </a:spcBef>
              <a:spcAft>
                <a:spcPts val="0"/>
              </a:spcAft>
              <a:buClr>
                <a:schemeClr val="lt1"/>
              </a:buClr>
              <a:buSzPts val="2800"/>
              <a:buNone/>
              <a:defRPr b="1">
                <a:solidFill>
                  <a:schemeClr val="lt1"/>
                </a:solidFill>
              </a:defRPr>
            </a:lvl3pPr>
            <a:lvl4pPr lvl="3">
              <a:spcBef>
                <a:spcPts val="0"/>
              </a:spcBef>
              <a:spcAft>
                <a:spcPts val="0"/>
              </a:spcAft>
              <a:buClr>
                <a:schemeClr val="lt1"/>
              </a:buClr>
              <a:buSzPts val="2800"/>
              <a:buNone/>
              <a:defRPr b="1">
                <a:solidFill>
                  <a:schemeClr val="lt1"/>
                </a:solidFill>
              </a:defRPr>
            </a:lvl4pPr>
            <a:lvl5pPr lvl="4">
              <a:spcBef>
                <a:spcPts val="0"/>
              </a:spcBef>
              <a:spcAft>
                <a:spcPts val="0"/>
              </a:spcAft>
              <a:buClr>
                <a:schemeClr val="lt1"/>
              </a:buClr>
              <a:buSzPts val="2800"/>
              <a:buNone/>
              <a:defRPr b="1">
                <a:solidFill>
                  <a:schemeClr val="lt1"/>
                </a:solidFill>
              </a:defRPr>
            </a:lvl5pPr>
            <a:lvl6pPr lvl="5">
              <a:spcBef>
                <a:spcPts val="0"/>
              </a:spcBef>
              <a:spcAft>
                <a:spcPts val="0"/>
              </a:spcAft>
              <a:buClr>
                <a:schemeClr val="lt1"/>
              </a:buClr>
              <a:buSzPts val="2800"/>
              <a:buNone/>
              <a:defRPr b="1">
                <a:solidFill>
                  <a:schemeClr val="lt1"/>
                </a:solidFill>
              </a:defRPr>
            </a:lvl6pPr>
            <a:lvl7pPr lvl="6">
              <a:spcBef>
                <a:spcPts val="0"/>
              </a:spcBef>
              <a:spcAft>
                <a:spcPts val="0"/>
              </a:spcAft>
              <a:buClr>
                <a:schemeClr val="lt1"/>
              </a:buClr>
              <a:buSzPts val="2800"/>
              <a:buNone/>
              <a:defRPr b="1">
                <a:solidFill>
                  <a:schemeClr val="lt1"/>
                </a:solidFill>
              </a:defRPr>
            </a:lvl7pPr>
            <a:lvl8pPr lvl="7">
              <a:spcBef>
                <a:spcPts val="0"/>
              </a:spcBef>
              <a:spcAft>
                <a:spcPts val="0"/>
              </a:spcAft>
              <a:buClr>
                <a:schemeClr val="lt1"/>
              </a:buClr>
              <a:buSzPts val="2800"/>
              <a:buNone/>
              <a:defRPr b="1">
                <a:solidFill>
                  <a:schemeClr val="lt1"/>
                </a:solidFill>
              </a:defRPr>
            </a:lvl8pPr>
            <a:lvl9pPr lvl="8">
              <a:spcBef>
                <a:spcPts val="0"/>
              </a:spcBef>
              <a:spcAft>
                <a:spcPts val="0"/>
              </a:spcAft>
              <a:buClr>
                <a:schemeClr val="lt1"/>
              </a:buClr>
              <a:buSzPts val="2800"/>
              <a:buNone/>
              <a:defRPr b="1">
                <a:solidFill>
                  <a:schemeClr val="lt1"/>
                </a:solidFill>
              </a:defRPr>
            </a:lvl9pPr>
          </a:lstStyle>
          <a:p/>
        </p:txBody>
      </p:sp>
      <p:sp>
        <p:nvSpPr>
          <p:cNvPr id="12" name="Google Shape;12;p2"/>
          <p:cNvSpPr txBox="1"/>
          <p:nvPr>
            <p:ph idx="1" type="subTitle"/>
          </p:nvPr>
        </p:nvSpPr>
        <p:spPr>
          <a:xfrm>
            <a:off x="311700" y="1680181"/>
            <a:ext cx="85206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04375" y="4021450"/>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600"/>
              <a:buNone/>
              <a:defRPr sz="1600"/>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rgbClr val="773898"/>
                </a:solidFill>
              </a:defRPr>
            </a:lvl1pPr>
            <a:lvl2pPr lvl="1">
              <a:buNone/>
              <a:defRPr>
                <a:solidFill>
                  <a:srgbClr val="773898"/>
                </a:solidFill>
              </a:defRPr>
            </a:lvl2pPr>
            <a:lvl3pPr lvl="2">
              <a:buNone/>
              <a:defRPr>
                <a:solidFill>
                  <a:srgbClr val="773898"/>
                </a:solidFill>
              </a:defRPr>
            </a:lvl3pPr>
            <a:lvl4pPr lvl="3">
              <a:buNone/>
              <a:defRPr>
                <a:solidFill>
                  <a:srgbClr val="773898"/>
                </a:solidFill>
              </a:defRPr>
            </a:lvl4pPr>
            <a:lvl5pPr lvl="4">
              <a:buNone/>
              <a:defRPr>
                <a:solidFill>
                  <a:srgbClr val="773898"/>
                </a:solidFill>
              </a:defRPr>
            </a:lvl5pPr>
            <a:lvl6pPr lvl="5">
              <a:buNone/>
              <a:defRPr>
                <a:solidFill>
                  <a:srgbClr val="773898"/>
                </a:solidFill>
              </a:defRPr>
            </a:lvl6pPr>
            <a:lvl7pPr lvl="6">
              <a:buNone/>
              <a:defRPr>
                <a:solidFill>
                  <a:srgbClr val="773898"/>
                </a:solidFill>
              </a:defRPr>
            </a:lvl7pPr>
            <a:lvl8pPr lvl="7">
              <a:buNone/>
              <a:defRPr>
                <a:solidFill>
                  <a:srgbClr val="773898"/>
                </a:solidFill>
              </a:defRPr>
            </a:lvl8pPr>
            <a:lvl9pPr lvl="8">
              <a:buNone/>
              <a:defRPr>
                <a:solidFill>
                  <a:srgbClr val="773898"/>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773898"/>
              </a:buClr>
              <a:buSzPts val="2800"/>
              <a:buFont typeface="Montserrat"/>
              <a:buNone/>
              <a:defRPr b="1" sz="2800">
                <a:solidFill>
                  <a:srgbClr val="773898"/>
                </a:solidFill>
                <a:latin typeface="Montserrat"/>
                <a:ea typeface="Montserrat"/>
                <a:cs typeface="Montserrat"/>
                <a:sym typeface="Montserrat"/>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Montserrat Medium"/>
              <a:buChar char="●"/>
              <a:defRPr sz="1800">
                <a:solidFill>
                  <a:schemeClr val="dk1"/>
                </a:solidFill>
                <a:latin typeface="Montserrat Medium"/>
                <a:ea typeface="Montserrat Medium"/>
                <a:cs typeface="Montserrat Medium"/>
                <a:sym typeface="Montserrat Medium"/>
              </a:defRPr>
            </a:lvl1pPr>
            <a:lvl2pPr indent="-317500" lvl="1" marL="91440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2pPr>
            <a:lvl3pPr indent="-317500" lvl="2" marL="137160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3pPr>
            <a:lvl4pPr indent="-317500" lvl="3" marL="182880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4pPr>
            <a:lvl5pPr indent="-317500" lvl="4" marL="228600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5pPr>
            <a:lvl6pPr indent="-317500" lvl="5" marL="274320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6pPr>
            <a:lvl7pPr indent="-317500" lvl="6" marL="320040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7pPr>
            <a:lvl8pPr indent="-317500" lvl="7" marL="365760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8pPr>
            <a:lvl9pPr indent="-317500" lvl="8" marL="4114800">
              <a:lnSpc>
                <a:spcPct val="115000"/>
              </a:lnSpc>
              <a:spcBef>
                <a:spcPts val="0"/>
              </a:spcBef>
              <a:spcAft>
                <a:spcPts val="0"/>
              </a:spcAft>
              <a:buClr>
                <a:schemeClr val="dk1"/>
              </a:buClr>
              <a:buSzPts val="1400"/>
              <a:buFont typeface="Montserrat Medium"/>
              <a:buChar char="■"/>
              <a:defRPr>
                <a:solidFill>
                  <a:schemeClr val="dk1"/>
                </a:solidFill>
                <a:latin typeface="Montserrat Medium"/>
                <a:ea typeface="Montserrat Medium"/>
                <a:cs typeface="Montserrat Medium"/>
                <a:sym typeface="Montserrat Medium"/>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Montserrat"/>
                <a:ea typeface="Montserrat"/>
                <a:cs typeface="Montserrat"/>
                <a:sym typeface="Montserrat"/>
              </a:defRPr>
            </a:lvl1pPr>
            <a:lvl2pPr lvl="1" algn="r">
              <a:buNone/>
              <a:defRPr sz="1000">
                <a:solidFill>
                  <a:schemeClr val="dk2"/>
                </a:solidFill>
                <a:latin typeface="Montserrat"/>
                <a:ea typeface="Montserrat"/>
                <a:cs typeface="Montserrat"/>
                <a:sym typeface="Montserrat"/>
              </a:defRPr>
            </a:lvl2pPr>
            <a:lvl3pPr lvl="2" algn="r">
              <a:buNone/>
              <a:defRPr sz="1000">
                <a:solidFill>
                  <a:schemeClr val="dk2"/>
                </a:solidFill>
                <a:latin typeface="Montserrat"/>
                <a:ea typeface="Montserrat"/>
                <a:cs typeface="Montserrat"/>
                <a:sym typeface="Montserrat"/>
              </a:defRPr>
            </a:lvl3pPr>
            <a:lvl4pPr lvl="3" algn="r">
              <a:buNone/>
              <a:defRPr sz="1000">
                <a:solidFill>
                  <a:schemeClr val="dk2"/>
                </a:solidFill>
                <a:latin typeface="Montserrat"/>
                <a:ea typeface="Montserrat"/>
                <a:cs typeface="Montserrat"/>
                <a:sym typeface="Montserrat"/>
              </a:defRPr>
            </a:lvl4pPr>
            <a:lvl5pPr lvl="4" algn="r">
              <a:buNone/>
              <a:defRPr sz="1000">
                <a:solidFill>
                  <a:schemeClr val="dk2"/>
                </a:solidFill>
                <a:latin typeface="Montserrat"/>
                <a:ea typeface="Montserrat"/>
                <a:cs typeface="Montserrat"/>
                <a:sym typeface="Montserrat"/>
              </a:defRPr>
            </a:lvl5pPr>
            <a:lvl6pPr lvl="5" algn="r">
              <a:buNone/>
              <a:defRPr sz="1000">
                <a:solidFill>
                  <a:schemeClr val="dk2"/>
                </a:solidFill>
                <a:latin typeface="Montserrat"/>
                <a:ea typeface="Montserrat"/>
                <a:cs typeface="Montserrat"/>
                <a:sym typeface="Montserrat"/>
              </a:defRPr>
            </a:lvl6pPr>
            <a:lvl7pPr lvl="6" algn="r">
              <a:buNone/>
              <a:defRPr sz="1000">
                <a:solidFill>
                  <a:schemeClr val="dk2"/>
                </a:solidFill>
                <a:latin typeface="Montserrat"/>
                <a:ea typeface="Montserrat"/>
                <a:cs typeface="Montserrat"/>
                <a:sym typeface="Montserrat"/>
              </a:defRPr>
            </a:lvl7pPr>
            <a:lvl8pPr lvl="7" algn="r">
              <a:buNone/>
              <a:defRPr sz="1000">
                <a:solidFill>
                  <a:schemeClr val="dk2"/>
                </a:solidFill>
                <a:latin typeface="Montserrat"/>
                <a:ea typeface="Montserrat"/>
                <a:cs typeface="Montserrat"/>
                <a:sym typeface="Montserrat"/>
              </a:defRPr>
            </a:lvl8pPr>
            <a:lvl9pPr lvl="8" algn="r">
              <a:buNone/>
              <a:defRPr sz="1000">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fonts.google.com/specimen/Montserrat?query=montserra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603481"/>
            <a:ext cx="8520600" cy="1076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A simple slides template</a:t>
            </a:r>
            <a:endParaRPr/>
          </a:p>
        </p:txBody>
      </p:sp>
      <p:sp>
        <p:nvSpPr>
          <p:cNvPr id="55" name="Google Shape;55;p13"/>
          <p:cNvSpPr txBox="1"/>
          <p:nvPr>
            <p:ph idx="1" type="subTitle"/>
          </p:nvPr>
        </p:nvSpPr>
        <p:spPr>
          <a:xfrm>
            <a:off x="311700" y="1680181"/>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by Philosophy Of Computing Organizing Staff</a:t>
            </a:r>
            <a:endParaRPr/>
          </a:p>
        </p:txBody>
      </p:sp>
      <p:pic>
        <p:nvPicPr>
          <p:cNvPr id="56" name="Google Shape;56;p13" title="philcomp_logo_white.png"/>
          <p:cNvPicPr preferRelativeResize="0"/>
          <p:nvPr/>
        </p:nvPicPr>
        <p:blipFill>
          <a:blip r:embed="rId3">
            <a:alphaModFix/>
          </a:blip>
          <a:stretch>
            <a:fillRect/>
          </a:stretch>
        </p:blipFill>
        <p:spPr>
          <a:xfrm>
            <a:off x="5833950" y="2668000"/>
            <a:ext cx="2842649" cy="872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Hi there! </a:t>
            </a:r>
            <a:endParaRPr/>
          </a:p>
        </p:txBody>
      </p:sp>
      <p:sp>
        <p:nvSpPr>
          <p:cNvPr id="62" name="Google Shape;62;p14"/>
          <p:cNvSpPr txBox="1"/>
          <p:nvPr>
            <p:ph idx="1" type="body"/>
          </p:nvPr>
        </p:nvSpPr>
        <p:spPr>
          <a:xfrm>
            <a:off x="311700" y="1152475"/>
            <a:ext cx="7306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This is a simple presentation template aligned with our brand guidelines that you can use to style your presentation for our conference.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s-419"/>
              <a:t>The template is already embedded into this file, so you can just copy it to </a:t>
            </a:r>
            <a:r>
              <a:rPr lang="es-419"/>
              <a:t>your drive (or download it)</a:t>
            </a:r>
            <a:r>
              <a:rPr lang="es-419"/>
              <a:t> and start dropping your content here. This template is compatible with Google Slides and Microsoft Powerpoint.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p:cNvPicPr preferRelativeResize="0"/>
          <p:nvPr/>
        </p:nvPicPr>
        <p:blipFill>
          <a:blip r:embed="rId3">
            <a:alphaModFix/>
          </a:blip>
          <a:stretch>
            <a:fillRect/>
          </a:stretch>
        </p:blipFill>
        <p:spPr>
          <a:xfrm>
            <a:off x="4260950" y="1366125"/>
            <a:ext cx="4022750" cy="2256100"/>
          </a:xfrm>
          <a:prstGeom prst="rect">
            <a:avLst/>
          </a:prstGeom>
          <a:noFill/>
          <a:ln>
            <a:noFill/>
          </a:ln>
        </p:spPr>
      </p:pic>
      <p:sp>
        <p:nvSpPr>
          <p:cNvPr id="68" name="Google Shape;68;p15"/>
          <p:cNvSpPr txBox="1"/>
          <p:nvPr/>
        </p:nvSpPr>
        <p:spPr>
          <a:xfrm>
            <a:off x="667200" y="1962025"/>
            <a:ext cx="3048900" cy="166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600">
                <a:solidFill>
                  <a:schemeClr val="dk1"/>
                </a:solidFill>
                <a:latin typeface="Montserrat Medium"/>
                <a:ea typeface="Montserrat Medium"/>
                <a:cs typeface="Montserrat Medium"/>
                <a:sym typeface="Montserrat Medium"/>
              </a:rPr>
              <a:t>If you are using Google Slides, just go to </a:t>
            </a:r>
            <a:r>
              <a:rPr i="1" lang="es-419" sz="1600">
                <a:solidFill>
                  <a:schemeClr val="accent1"/>
                </a:solidFill>
                <a:latin typeface="Montserrat Medium"/>
                <a:ea typeface="Montserrat Medium"/>
                <a:cs typeface="Montserrat Medium"/>
                <a:sym typeface="Montserrat Medium"/>
              </a:rPr>
              <a:t>file &gt; create a copy &gt; All of </a:t>
            </a:r>
            <a:r>
              <a:rPr i="1" lang="es-419" sz="1600">
                <a:solidFill>
                  <a:schemeClr val="accent1"/>
                </a:solidFill>
                <a:latin typeface="Montserrat Medium"/>
                <a:ea typeface="Montserrat Medium"/>
                <a:cs typeface="Montserrat Medium"/>
                <a:sym typeface="Montserrat Medium"/>
              </a:rPr>
              <a:t>presentation</a:t>
            </a:r>
            <a:r>
              <a:rPr lang="es-419" sz="1600">
                <a:solidFill>
                  <a:schemeClr val="dk1"/>
                </a:solidFill>
                <a:latin typeface="Montserrat Medium"/>
                <a:ea typeface="Montserrat Medium"/>
                <a:cs typeface="Montserrat Medium"/>
                <a:sym typeface="Montserrat Medium"/>
              </a:rPr>
              <a:t> to get a fresh copy into your drive to start working.</a:t>
            </a:r>
            <a:endParaRPr sz="1600">
              <a:solidFill>
                <a:schemeClr val="dk1"/>
              </a:solidFill>
              <a:latin typeface="Montserrat Medium"/>
              <a:ea typeface="Montserrat Medium"/>
              <a:cs typeface="Montserrat Medium"/>
              <a:sym typeface="Montserrat Medium"/>
            </a:endParaRPr>
          </a:p>
        </p:txBody>
      </p:sp>
      <p:sp>
        <p:nvSpPr>
          <p:cNvPr id="69" name="Google Shape;69;p15"/>
          <p:cNvSpPr/>
          <p:nvPr/>
        </p:nvSpPr>
        <p:spPr>
          <a:xfrm rot="2700000">
            <a:off x="480951" y="651371"/>
            <a:ext cx="938896" cy="512087"/>
          </a:xfrm>
          <a:prstGeom prst="leftArrow">
            <a:avLst>
              <a:gd fmla="val 5000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nvSpPr>
        <p:spPr>
          <a:xfrm>
            <a:off x="1301100" y="3366900"/>
            <a:ext cx="6541800" cy="95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600">
                <a:solidFill>
                  <a:schemeClr val="dk1"/>
                </a:solidFill>
                <a:latin typeface="Montserrat Medium"/>
                <a:ea typeface="Montserrat Medium"/>
                <a:cs typeface="Montserrat Medium"/>
                <a:sym typeface="Montserrat Medium"/>
              </a:rPr>
              <a:t>If you want to edit it locally, download the PPTX file from </a:t>
            </a:r>
            <a:r>
              <a:rPr i="1" lang="es-419" sz="1600">
                <a:solidFill>
                  <a:schemeClr val="accent1"/>
                </a:solidFill>
                <a:latin typeface="Montserrat Medium"/>
                <a:ea typeface="Montserrat Medium"/>
                <a:cs typeface="Montserrat Medium"/>
                <a:sym typeface="Montserrat Medium"/>
              </a:rPr>
              <a:t>file &gt; download &gt; Microsoft Powerpoint (.pptx)</a:t>
            </a:r>
            <a:r>
              <a:rPr lang="es-419" sz="1600">
                <a:solidFill>
                  <a:schemeClr val="dk1"/>
                </a:solidFill>
                <a:latin typeface="Montserrat Medium"/>
                <a:ea typeface="Montserrat Medium"/>
                <a:cs typeface="Montserrat Medium"/>
                <a:sym typeface="Montserrat Medium"/>
              </a:rPr>
              <a:t> and open it using Microsoft PowerPoint or any other slides application you like.</a:t>
            </a:r>
            <a:endParaRPr sz="1600">
              <a:solidFill>
                <a:schemeClr val="dk1"/>
              </a:solidFill>
              <a:latin typeface="Montserrat Medium"/>
              <a:ea typeface="Montserrat Medium"/>
              <a:cs typeface="Montserrat Medium"/>
              <a:sym typeface="Montserrat Medium"/>
            </a:endParaRPr>
          </a:p>
        </p:txBody>
      </p:sp>
      <p:pic>
        <p:nvPicPr>
          <p:cNvPr id="75" name="Google Shape;75;p16"/>
          <p:cNvPicPr preferRelativeResize="0"/>
          <p:nvPr/>
        </p:nvPicPr>
        <p:blipFill>
          <a:blip r:embed="rId3">
            <a:alphaModFix/>
          </a:blip>
          <a:stretch>
            <a:fillRect/>
          </a:stretch>
        </p:blipFill>
        <p:spPr>
          <a:xfrm>
            <a:off x="586875" y="846025"/>
            <a:ext cx="3538500" cy="2257150"/>
          </a:xfrm>
          <a:prstGeom prst="rect">
            <a:avLst/>
          </a:prstGeom>
          <a:noFill/>
          <a:ln>
            <a:noFill/>
          </a:ln>
        </p:spPr>
      </p:pic>
      <p:pic>
        <p:nvPicPr>
          <p:cNvPr id="76" name="Google Shape;76;p16" title="Screenshot_20251001_142122.png"/>
          <p:cNvPicPr preferRelativeResize="0"/>
          <p:nvPr/>
        </p:nvPicPr>
        <p:blipFill>
          <a:blip r:embed="rId4">
            <a:alphaModFix/>
          </a:blip>
          <a:stretch>
            <a:fillRect/>
          </a:stretch>
        </p:blipFill>
        <p:spPr>
          <a:xfrm>
            <a:off x="4302875" y="915700"/>
            <a:ext cx="4199975" cy="21874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Montserrat</a:t>
            </a:r>
            <a:endParaRPr/>
          </a:p>
        </p:txBody>
      </p:sp>
      <p:sp>
        <p:nvSpPr>
          <p:cNvPr id="82" name="Google Shape;82;p17"/>
          <p:cNvSpPr txBox="1"/>
          <p:nvPr>
            <p:ph idx="1" type="body"/>
          </p:nvPr>
        </p:nvSpPr>
        <p:spPr>
          <a:xfrm>
            <a:off x="311700" y="1152475"/>
            <a:ext cx="55224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600"/>
              <a:t>Crafted by </a:t>
            </a:r>
            <a:r>
              <a:rPr lang="es-419" sz="1600"/>
              <a:t>Julieta Ulanovsky, Sol Matas, Juan Pablo del Peral and Jacques Le Bailly in Buenos Aires, Argentina, Montserrat is t</a:t>
            </a:r>
            <a:r>
              <a:rPr lang="es-419" sz="1600"/>
              <a:t>he default font for all of our materials.</a:t>
            </a:r>
            <a:endParaRPr sz="1600"/>
          </a:p>
          <a:p>
            <a:pPr indent="0" lvl="0" marL="0" rtl="0" algn="l">
              <a:spcBef>
                <a:spcPts val="1200"/>
              </a:spcBef>
              <a:spcAft>
                <a:spcPts val="1200"/>
              </a:spcAft>
              <a:buNone/>
            </a:pPr>
            <a:r>
              <a:rPr lang="es-419" sz="1600"/>
              <a:t>It is already set up into this presentation if you use Google Slides, but in case you are using Microsoft Powerpoint into your local machine, you may have to install it first. Montserrat is completely free and available in </a:t>
            </a:r>
            <a:r>
              <a:rPr lang="es-419" sz="1600" u="sng">
                <a:solidFill>
                  <a:schemeClr val="hlink"/>
                </a:solidFill>
                <a:hlinkClick r:id="rId3"/>
              </a:rPr>
              <a:t>Google Fonts</a:t>
            </a:r>
            <a:r>
              <a:rPr lang="es-419" sz="1600"/>
              <a:t>.</a:t>
            </a:r>
            <a:r>
              <a:rPr lang="es-419" sz="1600"/>
              <a:t>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555600"/>
            <a:ext cx="2808000" cy="445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Did you know?</a:t>
            </a:r>
            <a:endParaRPr/>
          </a:p>
        </p:txBody>
      </p:sp>
      <p:sp>
        <p:nvSpPr>
          <p:cNvPr id="88" name="Google Shape;88;p18"/>
          <p:cNvSpPr txBox="1"/>
          <p:nvPr>
            <p:ph idx="1" type="body"/>
          </p:nvPr>
        </p:nvSpPr>
        <p:spPr>
          <a:xfrm>
            <a:off x="311700" y="982050"/>
            <a:ext cx="8253000" cy="988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s-419" sz="1400"/>
              <a:t>This year visual line is inspired in Día de Muertos and the paper mats typically used during this time of the year in Mexico.</a:t>
            </a:r>
            <a:endParaRPr sz="1400"/>
          </a:p>
          <a:p>
            <a:pPr indent="0" lvl="0" marL="0" rtl="0" algn="l">
              <a:lnSpc>
                <a:spcPct val="95000"/>
              </a:lnSpc>
              <a:spcBef>
                <a:spcPts val="1200"/>
              </a:spcBef>
              <a:spcAft>
                <a:spcPts val="1200"/>
              </a:spcAft>
              <a:buSzPts val="275"/>
              <a:buNone/>
            </a:pPr>
            <a:r>
              <a:rPr lang="es-419" sz="1400"/>
              <a:t>Each one of the tiles represents one of the topic categories for our conference:</a:t>
            </a:r>
            <a:endParaRPr sz="1400"/>
          </a:p>
        </p:txBody>
      </p:sp>
      <p:grpSp>
        <p:nvGrpSpPr>
          <p:cNvPr id="89" name="Google Shape;89;p18"/>
          <p:cNvGrpSpPr/>
          <p:nvPr/>
        </p:nvGrpSpPr>
        <p:grpSpPr>
          <a:xfrm>
            <a:off x="931824" y="2385968"/>
            <a:ext cx="7280352" cy="1841983"/>
            <a:chOff x="931828" y="1749799"/>
            <a:chExt cx="7280352" cy="1841983"/>
          </a:xfrm>
        </p:grpSpPr>
        <p:grpSp>
          <p:nvGrpSpPr>
            <p:cNvPr id="90" name="Google Shape;90;p18"/>
            <p:cNvGrpSpPr/>
            <p:nvPr/>
          </p:nvGrpSpPr>
          <p:grpSpPr>
            <a:xfrm>
              <a:off x="931828" y="1749814"/>
              <a:ext cx="1495370" cy="1841968"/>
              <a:chOff x="575550" y="1786162"/>
              <a:chExt cx="1233600" cy="1519650"/>
            </a:xfrm>
          </p:grpSpPr>
          <p:pic>
            <p:nvPicPr>
              <p:cNvPr id="91" name="Google Shape;91;p18" title="filosofia.png"/>
              <p:cNvPicPr preferRelativeResize="0"/>
              <p:nvPr/>
            </p:nvPicPr>
            <p:blipFill>
              <a:blip r:embed="rId3">
                <a:alphaModFix/>
              </a:blip>
              <a:stretch>
                <a:fillRect/>
              </a:stretch>
            </p:blipFill>
            <p:spPr>
              <a:xfrm>
                <a:off x="616777" y="1786162"/>
                <a:ext cx="1151150" cy="1151150"/>
              </a:xfrm>
              <a:prstGeom prst="rect">
                <a:avLst/>
              </a:prstGeom>
              <a:noFill/>
              <a:ln>
                <a:noFill/>
              </a:ln>
            </p:spPr>
          </p:pic>
          <p:sp>
            <p:nvSpPr>
              <p:cNvPr id="92" name="Google Shape;92;p18"/>
              <p:cNvSpPr txBox="1"/>
              <p:nvPr/>
            </p:nvSpPr>
            <p:spPr>
              <a:xfrm>
                <a:off x="575550" y="2956613"/>
                <a:ext cx="1233600" cy="349200"/>
              </a:xfrm>
              <a:prstGeom prst="rect">
                <a:avLst/>
              </a:prstGeom>
              <a:noFill/>
              <a:ln>
                <a:noFill/>
              </a:ln>
            </p:spPr>
            <p:txBody>
              <a:bodyPr anchorCtr="0" anchor="ctr" bIns="110825" lIns="110825" spcFirstLastPara="1" rIns="110825" wrap="square" tIns="110825">
                <a:noAutofit/>
              </a:bodyPr>
              <a:lstStyle/>
              <a:p>
                <a:pPr indent="0" lvl="0" marL="0" rtl="0" algn="ctr">
                  <a:spcBef>
                    <a:spcPts val="0"/>
                  </a:spcBef>
                  <a:spcAft>
                    <a:spcPts val="0"/>
                  </a:spcAft>
                  <a:buNone/>
                </a:pPr>
                <a:r>
                  <a:rPr b="1" lang="es-419" sz="1697">
                    <a:solidFill>
                      <a:schemeClr val="accent1"/>
                    </a:solidFill>
                    <a:latin typeface="Montserrat"/>
                    <a:ea typeface="Montserrat"/>
                    <a:cs typeface="Montserrat"/>
                    <a:sym typeface="Montserrat"/>
                  </a:rPr>
                  <a:t>Philosophy</a:t>
                </a:r>
                <a:endParaRPr b="1" sz="1697">
                  <a:solidFill>
                    <a:schemeClr val="accent1"/>
                  </a:solidFill>
                  <a:latin typeface="Montserrat"/>
                  <a:ea typeface="Montserrat"/>
                  <a:cs typeface="Montserrat"/>
                  <a:sym typeface="Montserrat"/>
                </a:endParaRPr>
              </a:p>
            </p:txBody>
          </p:sp>
        </p:grpSp>
        <p:grpSp>
          <p:nvGrpSpPr>
            <p:cNvPr id="93" name="Google Shape;93;p18"/>
            <p:cNvGrpSpPr/>
            <p:nvPr/>
          </p:nvGrpSpPr>
          <p:grpSpPr>
            <a:xfrm>
              <a:off x="2941056" y="1749809"/>
              <a:ext cx="1395424" cy="1841972"/>
              <a:chOff x="2039450" y="1786171"/>
              <a:chExt cx="1151150" cy="1519653"/>
            </a:xfrm>
          </p:grpSpPr>
          <p:pic>
            <p:nvPicPr>
              <p:cNvPr id="94" name="Google Shape;94;p18" title="sociedad.png"/>
              <p:cNvPicPr preferRelativeResize="0"/>
              <p:nvPr/>
            </p:nvPicPr>
            <p:blipFill>
              <a:blip r:embed="rId4">
                <a:alphaModFix/>
              </a:blip>
              <a:stretch>
                <a:fillRect/>
              </a:stretch>
            </p:blipFill>
            <p:spPr>
              <a:xfrm>
                <a:off x="2039450" y="1786171"/>
                <a:ext cx="1151150" cy="1151133"/>
              </a:xfrm>
              <a:prstGeom prst="rect">
                <a:avLst/>
              </a:prstGeom>
              <a:noFill/>
              <a:ln>
                <a:noFill/>
              </a:ln>
            </p:spPr>
          </p:pic>
          <p:sp>
            <p:nvSpPr>
              <p:cNvPr id="95" name="Google Shape;95;p18"/>
              <p:cNvSpPr txBox="1"/>
              <p:nvPr/>
            </p:nvSpPr>
            <p:spPr>
              <a:xfrm>
                <a:off x="2039475" y="2956624"/>
                <a:ext cx="1151100" cy="349200"/>
              </a:xfrm>
              <a:prstGeom prst="rect">
                <a:avLst/>
              </a:prstGeom>
              <a:noFill/>
              <a:ln>
                <a:noFill/>
              </a:ln>
            </p:spPr>
            <p:txBody>
              <a:bodyPr anchorCtr="0" anchor="ctr" bIns="110825" lIns="110825" spcFirstLastPara="1" rIns="110825" wrap="square" tIns="110825">
                <a:noAutofit/>
              </a:bodyPr>
              <a:lstStyle/>
              <a:p>
                <a:pPr indent="0" lvl="0" marL="0" rtl="0" algn="ctr">
                  <a:spcBef>
                    <a:spcPts val="0"/>
                  </a:spcBef>
                  <a:spcAft>
                    <a:spcPts val="0"/>
                  </a:spcAft>
                  <a:buNone/>
                </a:pPr>
                <a:r>
                  <a:rPr b="1" lang="es-419" sz="1697">
                    <a:solidFill>
                      <a:schemeClr val="accent1"/>
                    </a:solidFill>
                    <a:latin typeface="Montserrat"/>
                    <a:ea typeface="Montserrat"/>
                    <a:cs typeface="Montserrat"/>
                    <a:sym typeface="Montserrat"/>
                  </a:rPr>
                  <a:t>Society</a:t>
                </a:r>
                <a:endParaRPr b="1" sz="1697">
                  <a:solidFill>
                    <a:schemeClr val="accent1"/>
                  </a:solidFill>
                  <a:latin typeface="Montserrat"/>
                  <a:ea typeface="Montserrat"/>
                  <a:cs typeface="Montserrat"/>
                  <a:sym typeface="Montserrat"/>
                </a:endParaRPr>
              </a:p>
            </p:txBody>
          </p:sp>
        </p:grpSp>
        <p:grpSp>
          <p:nvGrpSpPr>
            <p:cNvPr id="96" name="Google Shape;96;p18"/>
            <p:cNvGrpSpPr/>
            <p:nvPr/>
          </p:nvGrpSpPr>
          <p:grpSpPr>
            <a:xfrm>
              <a:off x="4850306" y="1749799"/>
              <a:ext cx="1399639" cy="1841982"/>
              <a:chOff x="3417373" y="1786163"/>
              <a:chExt cx="1154627" cy="1519662"/>
            </a:xfrm>
          </p:grpSpPr>
          <p:pic>
            <p:nvPicPr>
              <p:cNvPr id="97" name="Google Shape;97;p18" title="teoria.png"/>
              <p:cNvPicPr preferRelativeResize="0"/>
              <p:nvPr/>
            </p:nvPicPr>
            <p:blipFill>
              <a:blip r:embed="rId5">
                <a:alphaModFix/>
              </a:blip>
              <a:stretch>
                <a:fillRect/>
              </a:stretch>
            </p:blipFill>
            <p:spPr>
              <a:xfrm>
                <a:off x="3417373" y="1786163"/>
                <a:ext cx="1151150" cy="1151150"/>
              </a:xfrm>
              <a:prstGeom prst="rect">
                <a:avLst/>
              </a:prstGeom>
              <a:noFill/>
              <a:ln>
                <a:noFill/>
              </a:ln>
            </p:spPr>
          </p:pic>
          <p:sp>
            <p:nvSpPr>
              <p:cNvPr id="98" name="Google Shape;98;p18"/>
              <p:cNvSpPr txBox="1"/>
              <p:nvPr/>
            </p:nvSpPr>
            <p:spPr>
              <a:xfrm>
                <a:off x="3420900" y="2956624"/>
                <a:ext cx="1151100" cy="349200"/>
              </a:xfrm>
              <a:prstGeom prst="rect">
                <a:avLst/>
              </a:prstGeom>
              <a:noFill/>
              <a:ln>
                <a:noFill/>
              </a:ln>
            </p:spPr>
            <p:txBody>
              <a:bodyPr anchorCtr="0" anchor="ctr" bIns="110825" lIns="110825" spcFirstLastPara="1" rIns="110825" wrap="square" tIns="110825">
                <a:noAutofit/>
              </a:bodyPr>
              <a:lstStyle/>
              <a:p>
                <a:pPr indent="0" lvl="0" marL="0" rtl="0" algn="ctr">
                  <a:spcBef>
                    <a:spcPts val="0"/>
                  </a:spcBef>
                  <a:spcAft>
                    <a:spcPts val="0"/>
                  </a:spcAft>
                  <a:buNone/>
                </a:pPr>
                <a:r>
                  <a:rPr b="1" lang="es-419" sz="1697">
                    <a:solidFill>
                      <a:schemeClr val="accent1"/>
                    </a:solidFill>
                    <a:latin typeface="Montserrat"/>
                    <a:ea typeface="Montserrat"/>
                    <a:cs typeface="Montserrat"/>
                    <a:sym typeface="Montserrat"/>
                  </a:rPr>
                  <a:t>Theory</a:t>
                </a:r>
                <a:endParaRPr b="1" sz="1697">
                  <a:solidFill>
                    <a:schemeClr val="accent1"/>
                  </a:solidFill>
                  <a:latin typeface="Montserrat"/>
                  <a:ea typeface="Montserrat"/>
                  <a:cs typeface="Montserrat"/>
                  <a:sym typeface="Montserrat"/>
                </a:endParaRPr>
              </a:p>
            </p:txBody>
          </p:sp>
        </p:grpSp>
        <p:grpSp>
          <p:nvGrpSpPr>
            <p:cNvPr id="99" name="Google Shape;99;p18"/>
            <p:cNvGrpSpPr/>
            <p:nvPr/>
          </p:nvGrpSpPr>
          <p:grpSpPr>
            <a:xfrm>
              <a:off x="6661897" y="1749799"/>
              <a:ext cx="1550283" cy="1841983"/>
              <a:chOff x="4950613" y="1786163"/>
              <a:chExt cx="1278900" cy="1519662"/>
            </a:xfrm>
          </p:grpSpPr>
          <p:pic>
            <p:nvPicPr>
              <p:cNvPr id="100" name="Google Shape;100;p18" title="tecnica.png"/>
              <p:cNvPicPr preferRelativeResize="0"/>
              <p:nvPr/>
            </p:nvPicPr>
            <p:blipFill>
              <a:blip r:embed="rId6">
                <a:alphaModFix/>
              </a:blip>
              <a:stretch>
                <a:fillRect/>
              </a:stretch>
            </p:blipFill>
            <p:spPr>
              <a:xfrm>
                <a:off x="5014487" y="1786163"/>
                <a:ext cx="1151150" cy="1151150"/>
              </a:xfrm>
              <a:prstGeom prst="rect">
                <a:avLst/>
              </a:prstGeom>
              <a:noFill/>
              <a:ln>
                <a:noFill/>
              </a:ln>
            </p:spPr>
          </p:pic>
          <p:sp>
            <p:nvSpPr>
              <p:cNvPr id="101" name="Google Shape;101;p18"/>
              <p:cNvSpPr txBox="1"/>
              <p:nvPr/>
            </p:nvSpPr>
            <p:spPr>
              <a:xfrm>
                <a:off x="4950613" y="2956625"/>
                <a:ext cx="1278900" cy="349200"/>
              </a:xfrm>
              <a:prstGeom prst="rect">
                <a:avLst/>
              </a:prstGeom>
              <a:noFill/>
              <a:ln>
                <a:noFill/>
              </a:ln>
            </p:spPr>
            <p:txBody>
              <a:bodyPr anchorCtr="0" anchor="ctr" bIns="110825" lIns="110825" spcFirstLastPara="1" rIns="110825" wrap="square" tIns="110825">
                <a:noAutofit/>
              </a:bodyPr>
              <a:lstStyle/>
              <a:p>
                <a:pPr indent="0" lvl="0" marL="0" rtl="0" algn="ctr">
                  <a:spcBef>
                    <a:spcPts val="0"/>
                  </a:spcBef>
                  <a:spcAft>
                    <a:spcPts val="0"/>
                  </a:spcAft>
                  <a:buNone/>
                </a:pPr>
                <a:r>
                  <a:rPr b="1" lang="es-419" sz="1697">
                    <a:solidFill>
                      <a:schemeClr val="accent1"/>
                    </a:solidFill>
                    <a:latin typeface="Montserrat"/>
                    <a:ea typeface="Montserrat"/>
                    <a:cs typeface="Montserrat"/>
                    <a:sym typeface="Montserrat"/>
                  </a:rPr>
                  <a:t>Technique</a:t>
                </a:r>
                <a:endParaRPr b="1" sz="1697">
                  <a:solidFill>
                    <a:schemeClr val="accent1"/>
                  </a:solidFill>
                  <a:latin typeface="Montserrat"/>
                  <a:ea typeface="Montserrat"/>
                  <a:cs typeface="Montserrat"/>
                  <a:sym typeface="Montserrat"/>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Colors</a:t>
            </a:r>
            <a:endParaRPr/>
          </a:p>
        </p:txBody>
      </p:sp>
      <p:sp>
        <p:nvSpPr>
          <p:cNvPr id="107" name="Google Shape;107;p19"/>
          <p:cNvSpPr txBox="1"/>
          <p:nvPr>
            <p:ph idx="1" type="body"/>
          </p:nvPr>
        </p:nvSpPr>
        <p:spPr>
          <a:xfrm>
            <a:off x="311700" y="1389600"/>
            <a:ext cx="2808000" cy="248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In addition to black and white, these are the allowed colors for our materials during this conference.</a:t>
            </a:r>
            <a:endParaRPr/>
          </a:p>
        </p:txBody>
      </p:sp>
      <p:grpSp>
        <p:nvGrpSpPr>
          <p:cNvPr id="108" name="Google Shape;108;p19"/>
          <p:cNvGrpSpPr/>
          <p:nvPr/>
        </p:nvGrpSpPr>
        <p:grpSpPr>
          <a:xfrm>
            <a:off x="4328925" y="804288"/>
            <a:ext cx="1768800" cy="1675800"/>
            <a:chOff x="3723800" y="853375"/>
            <a:chExt cx="1768800" cy="1675800"/>
          </a:xfrm>
        </p:grpSpPr>
        <p:sp>
          <p:nvSpPr>
            <p:cNvPr id="109" name="Google Shape;109;p19"/>
            <p:cNvSpPr/>
            <p:nvPr/>
          </p:nvSpPr>
          <p:spPr>
            <a:xfrm>
              <a:off x="3723800" y="853375"/>
              <a:ext cx="1768800" cy="1675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
          <p:nvSpPr>
            <p:cNvPr id="110" name="Google Shape;110;p19"/>
            <p:cNvSpPr txBox="1"/>
            <p:nvPr/>
          </p:nvSpPr>
          <p:spPr>
            <a:xfrm>
              <a:off x="3789800" y="961975"/>
              <a:ext cx="1636800" cy="46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lt1"/>
                  </a:solidFill>
                  <a:latin typeface="Montserrat"/>
                  <a:ea typeface="Montserrat"/>
                  <a:cs typeface="Montserrat"/>
                  <a:sym typeface="Montserrat"/>
                </a:rPr>
                <a:t>Morado</a:t>
              </a:r>
              <a:endParaRPr b="1" sz="1800">
                <a:solidFill>
                  <a:schemeClr val="lt1"/>
                </a:solidFill>
                <a:latin typeface="Montserrat"/>
                <a:ea typeface="Montserrat"/>
                <a:cs typeface="Montserrat"/>
                <a:sym typeface="Montserrat"/>
              </a:endParaRPr>
            </a:p>
            <a:p>
              <a:pPr indent="0" lvl="0" marL="0" rtl="0" algn="l">
                <a:spcBef>
                  <a:spcPts val="0"/>
                </a:spcBef>
                <a:spcAft>
                  <a:spcPts val="0"/>
                </a:spcAft>
                <a:buNone/>
              </a:pPr>
              <a:r>
                <a:rPr lang="es-419" sz="1200">
                  <a:solidFill>
                    <a:schemeClr val="lt1"/>
                  </a:solidFill>
                  <a:latin typeface="Montserrat"/>
                  <a:ea typeface="Montserrat"/>
                  <a:cs typeface="Montserrat"/>
                  <a:sym typeface="Montserrat"/>
                </a:rPr>
                <a:t>#773898</a:t>
              </a:r>
              <a:endParaRPr sz="1200">
                <a:solidFill>
                  <a:schemeClr val="lt1"/>
                </a:solidFill>
                <a:latin typeface="Montserrat"/>
                <a:ea typeface="Montserrat"/>
                <a:cs typeface="Montserrat"/>
                <a:sym typeface="Montserrat"/>
              </a:endParaRPr>
            </a:p>
          </p:txBody>
        </p:sp>
      </p:grpSp>
      <p:grpSp>
        <p:nvGrpSpPr>
          <p:cNvPr id="111" name="Google Shape;111;p19"/>
          <p:cNvGrpSpPr/>
          <p:nvPr/>
        </p:nvGrpSpPr>
        <p:grpSpPr>
          <a:xfrm>
            <a:off x="6296675" y="804288"/>
            <a:ext cx="1768800" cy="1675800"/>
            <a:chOff x="3723800" y="853375"/>
            <a:chExt cx="1768800" cy="1675800"/>
          </a:xfrm>
        </p:grpSpPr>
        <p:sp>
          <p:nvSpPr>
            <p:cNvPr id="112" name="Google Shape;112;p19"/>
            <p:cNvSpPr/>
            <p:nvPr/>
          </p:nvSpPr>
          <p:spPr>
            <a:xfrm>
              <a:off x="3723800" y="853375"/>
              <a:ext cx="1768800" cy="1675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
          <p:nvSpPr>
            <p:cNvPr id="113" name="Google Shape;113;p19"/>
            <p:cNvSpPr txBox="1"/>
            <p:nvPr/>
          </p:nvSpPr>
          <p:spPr>
            <a:xfrm>
              <a:off x="3789800" y="961975"/>
              <a:ext cx="1636800" cy="465600"/>
            </a:xfrm>
            <a:prstGeom prst="rect">
              <a:avLst/>
            </a:prstGeom>
            <a:solidFill>
              <a:schemeClr val="accen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lt1"/>
                  </a:solidFill>
                  <a:latin typeface="Montserrat"/>
                  <a:ea typeface="Montserrat"/>
                  <a:cs typeface="Montserrat"/>
                  <a:sym typeface="Montserrat"/>
                </a:rPr>
                <a:t>Deep purple</a:t>
              </a:r>
              <a:endParaRPr b="1" sz="1800">
                <a:solidFill>
                  <a:schemeClr val="lt1"/>
                </a:solidFill>
                <a:latin typeface="Montserrat"/>
                <a:ea typeface="Montserrat"/>
                <a:cs typeface="Montserrat"/>
                <a:sym typeface="Montserrat"/>
              </a:endParaRPr>
            </a:p>
            <a:p>
              <a:pPr indent="0" lvl="0" marL="0" rtl="0" algn="l">
                <a:spcBef>
                  <a:spcPts val="0"/>
                </a:spcBef>
                <a:spcAft>
                  <a:spcPts val="0"/>
                </a:spcAft>
                <a:buNone/>
              </a:pPr>
              <a:r>
                <a:rPr lang="es-419" sz="1200">
                  <a:solidFill>
                    <a:schemeClr val="lt1"/>
                  </a:solidFill>
                  <a:latin typeface="Montserrat"/>
                  <a:ea typeface="Montserrat"/>
                  <a:cs typeface="Montserrat"/>
                  <a:sym typeface="Montserrat"/>
                </a:rPr>
                <a:t>#291F3A</a:t>
              </a:r>
              <a:endParaRPr sz="1200">
                <a:solidFill>
                  <a:schemeClr val="lt1"/>
                </a:solidFill>
                <a:latin typeface="Montserrat"/>
                <a:ea typeface="Montserrat"/>
                <a:cs typeface="Montserrat"/>
                <a:sym typeface="Montserrat"/>
              </a:endParaRPr>
            </a:p>
          </p:txBody>
        </p:sp>
      </p:grpSp>
      <p:grpSp>
        <p:nvGrpSpPr>
          <p:cNvPr id="114" name="Google Shape;114;p19"/>
          <p:cNvGrpSpPr/>
          <p:nvPr/>
        </p:nvGrpSpPr>
        <p:grpSpPr>
          <a:xfrm>
            <a:off x="4328925" y="2663413"/>
            <a:ext cx="1768800" cy="1675800"/>
            <a:chOff x="3723800" y="853375"/>
            <a:chExt cx="1768800" cy="1675800"/>
          </a:xfrm>
        </p:grpSpPr>
        <p:sp>
          <p:nvSpPr>
            <p:cNvPr id="115" name="Google Shape;115;p19"/>
            <p:cNvSpPr/>
            <p:nvPr/>
          </p:nvSpPr>
          <p:spPr>
            <a:xfrm>
              <a:off x="3723800" y="853375"/>
              <a:ext cx="1768800" cy="1675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
          <p:nvSpPr>
            <p:cNvPr id="116" name="Google Shape;116;p19"/>
            <p:cNvSpPr txBox="1"/>
            <p:nvPr/>
          </p:nvSpPr>
          <p:spPr>
            <a:xfrm>
              <a:off x="3789800" y="961975"/>
              <a:ext cx="1636800" cy="4656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lt1"/>
                  </a:solidFill>
                  <a:latin typeface="Montserrat"/>
                  <a:ea typeface="Montserrat"/>
                  <a:cs typeface="Montserrat"/>
                  <a:sym typeface="Montserrat"/>
                </a:rPr>
                <a:t>Fuschia</a:t>
              </a:r>
              <a:endParaRPr b="1" sz="1800">
                <a:solidFill>
                  <a:schemeClr val="lt1"/>
                </a:solidFill>
                <a:latin typeface="Montserrat"/>
                <a:ea typeface="Montserrat"/>
                <a:cs typeface="Montserrat"/>
                <a:sym typeface="Montserrat"/>
              </a:endParaRPr>
            </a:p>
            <a:p>
              <a:pPr indent="0" lvl="0" marL="0" rtl="0" algn="l">
                <a:spcBef>
                  <a:spcPts val="0"/>
                </a:spcBef>
                <a:spcAft>
                  <a:spcPts val="0"/>
                </a:spcAft>
                <a:buNone/>
              </a:pPr>
              <a:r>
                <a:rPr lang="es-419" sz="1200">
                  <a:solidFill>
                    <a:schemeClr val="lt1"/>
                  </a:solidFill>
                  <a:latin typeface="Montserrat"/>
                  <a:ea typeface="Montserrat"/>
                  <a:cs typeface="Montserrat"/>
                  <a:sym typeface="Montserrat"/>
                </a:rPr>
                <a:t>#</a:t>
              </a:r>
              <a:r>
                <a:rPr lang="es-419" sz="1200">
                  <a:solidFill>
                    <a:schemeClr val="lt1"/>
                  </a:solidFill>
                  <a:latin typeface="Montserrat"/>
                  <a:ea typeface="Montserrat"/>
                  <a:cs typeface="Montserrat"/>
                  <a:sym typeface="Montserrat"/>
                </a:rPr>
                <a:t>BC5FD3</a:t>
              </a:r>
              <a:endParaRPr sz="1200">
                <a:solidFill>
                  <a:schemeClr val="lt1"/>
                </a:solidFill>
                <a:latin typeface="Montserrat"/>
                <a:ea typeface="Montserrat"/>
                <a:cs typeface="Montserrat"/>
                <a:sym typeface="Montserrat"/>
              </a:endParaRPr>
            </a:p>
          </p:txBody>
        </p:sp>
      </p:grpSp>
      <p:grpSp>
        <p:nvGrpSpPr>
          <p:cNvPr id="117" name="Google Shape;117;p19"/>
          <p:cNvGrpSpPr/>
          <p:nvPr/>
        </p:nvGrpSpPr>
        <p:grpSpPr>
          <a:xfrm>
            <a:off x="6296675" y="2663413"/>
            <a:ext cx="1768800" cy="1675800"/>
            <a:chOff x="3723800" y="853375"/>
            <a:chExt cx="1768800" cy="1675800"/>
          </a:xfrm>
        </p:grpSpPr>
        <p:sp>
          <p:nvSpPr>
            <p:cNvPr id="118" name="Google Shape;118;p19"/>
            <p:cNvSpPr/>
            <p:nvPr/>
          </p:nvSpPr>
          <p:spPr>
            <a:xfrm>
              <a:off x="3723800" y="853375"/>
              <a:ext cx="1768800" cy="1675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Medium"/>
                <a:ea typeface="Montserrat Medium"/>
                <a:cs typeface="Montserrat Medium"/>
                <a:sym typeface="Montserrat Medium"/>
              </a:endParaRPr>
            </a:p>
          </p:txBody>
        </p:sp>
        <p:sp>
          <p:nvSpPr>
            <p:cNvPr id="119" name="Google Shape;119;p19"/>
            <p:cNvSpPr txBox="1"/>
            <p:nvPr/>
          </p:nvSpPr>
          <p:spPr>
            <a:xfrm>
              <a:off x="3789800" y="961975"/>
              <a:ext cx="1636800" cy="465600"/>
            </a:xfrm>
            <a:prstGeom prst="rect">
              <a:avLst/>
            </a:prstGeom>
            <a:solidFill>
              <a:schemeClr val="accent4"/>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419" sz="1800">
                  <a:solidFill>
                    <a:schemeClr val="lt1"/>
                  </a:solidFill>
                  <a:latin typeface="Montserrat"/>
                  <a:ea typeface="Montserrat"/>
                  <a:cs typeface="Montserrat"/>
                  <a:sym typeface="Montserrat"/>
                </a:rPr>
                <a:t>Lila</a:t>
              </a:r>
              <a:endParaRPr b="1" sz="1800">
                <a:solidFill>
                  <a:schemeClr val="lt1"/>
                </a:solidFill>
                <a:latin typeface="Montserrat"/>
                <a:ea typeface="Montserrat"/>
                <a:cs typeface="Montserrat"/>
                <a:sym typeface="Montserrat"/>
              </a:endParaRPr>
            </a:p>
            <a:p>
              <a:pPr indent="0" lvl="0" marL="0" rtl="0" algn="l">
                <a:spcBef>
                  <a:spcPts val="0"/>
                </a:spcBef>
                <a:spcAft>
                  <a:spcPts val="0"/>
                </a:spcAft>
                <a:buNone/>
              </a:pPr>
              <a:r>
                <a:rPr lang="es-419" sz="1200">
                  <a:solidFill>
                    <a:schemeClr val="lt1"/>
                  </a:solidFill>
                  <a:latin typeface="Montserrat"/>
                  <a:ea typeface="Montserrat"/>
                  <a:cs typeface="Montserrat"/>
                  <a:sym typeface="Montserrat"/>
                </a:rPr>
                <a:t>#CC97E2</a:t>
              </a:r>
              <a:endParaRPr sz="1200">
                <a:solidFill>
                  <a:schemeClr val="lt1"/>
                </a:solidFill>
                <a:latin typeface="Montserrat"/>
                <a:ea typeface="Montserrat"/>
                <a:cs typeface="Montserrat"/>
                <a:sym typeface="Montserra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ph type="title"/>
          </p:nvPr>
        </p:nvSpPr>
        <p:spPr>
          <a:xfrm>
            <a:off x="257725" y="1830600"/>
            <a:ext cx="4045200" cy="1482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s-419"/>
              <a:t>Some tips for an awesome presentation</a:t>
            </a:r>
            <a:endParaRPr/>
          </a:p>
        </p:txBody>
      </p:sp>
      <p:sp>
        <p:nvSpPr>
          <p:cNvPr id="125" name="Google Shape;125;p2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317500" lvl="0" marL="457200" rtl="0" algn="l">
              <a:spcBef>
                <a:spcPts val="0"/>
              </a:spcBef>
              <a:spcAft>
                <a:spcPts val="0"/>
              </a:spcAft>
              <a:buSzPts val="1400"/>
              <a:buChar char="●"/>
            </a:pPr>
            <a:r>
              <a:rPr lang="es-419" sz="1400"/>
              <a:t>Don’t use a font size less than 18, it will render unreadable</a:t>
            </a:r>
            <a:r>
              <a:rPr lang="es-419" sz="1400"/>
              <a:t> to the back of the room</a:t>
            </a:r>
            <a:endParaRPr sz="1400"/>
          </a:p>
          <a:p>
            <a:pPr indent="-317500" lvl="0" marL="457200" rtl="0" algn="l">
              <a:spcBef>
                <a:spcPts val="0"/>
              </a:spcBef>
              <a:spcAft>
                <a:spcPts val="0"/>
              </a:spcAft>
              <a:buSzPts val="1400"/>
              <a:buChar char="●"/>
            </a:pPr>
            <a:r>
              <a:rPr lang="es-419" sz="1400"/>
              <a:t>Keep it brief and simple, don’t put </a:t>
            </a:r>
            <a:r>
              <a:rPr lang="es-419" sz="1400"/>
              <a:t>more than 80 words in a single slide.</a:t>
            </a:r>
            <a:endParaRPr sz="1400"/>
          </a:p>
          <a:p>
            <a:pPr indent="-317500" lvl="0" marL="457200" rtl="0" algn="l">
              <a:spcBef>
                <a:spcPts val="0"/>
              </a:spcBef>
              <a:spcAft>
                <a:spcPts val="0"/>
              </a:spcAft>
              <a:buSzPts val="1400"/>
              <a:buChar char="●"/>
            </a:pPr>
            <a:r>
              <a:rPr lang="es-419" sz="1400"/>
              <a:t>Bear in mind that you will have at most 30 minutes to deliver your speech, and people usually spend two or three minutes per slide. Our time is limited and the host will warn and interrupt you immediately when the time comes.</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idx="1" type="body"/>
          </p:nvPr>
        </p:nvSpPr>
        <p:spPr>
          <a:xfrm>
            <a:off x="304375" y="3669500"/>
            <a:ext cx="5998800" cy="957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That’s all for now, see you soon at CDMX!</a:t>
            </a:r>
            <a:br>
              <a:rPr lang="es-419"/>
            </a:b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CPHILCOMP25">
  <a:themeElements>
    <a:clrScheme name="Simple Light">
      <a:dk1>
        <a:srgbClr val="000000"/>
      </a:dk1>
      <a:lt1>
        <a:srgbClr val="FFFFFF"/>
      </a:lt1>
      <a:dk2>
        <a:srgbClr val="595959"/>
      </a:dk2>
      <a:lt2>
        <a:srgbClr val="EEEEEE"/>
      </a:lt2>
      <a:accent1>
        <a:srgbClr val="773898"/>
      </a:accent1>
      <a:accent2>
        <a:srgbClr val="291F3A"/>
      </a:accent2>
      <a:accent3>
        <a:srgbClr val="BC5FD3"/>
      </a:accent3>
      <a:accent4>
        <a:srgbClr val="CC97E2"/>
      </a:accent4>
      <a:accent5>
        <a:srgbClr val="9373AA"/>
      </a:accent5>
      <a:accent6>
        <a:srgbClr val="773898"/>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